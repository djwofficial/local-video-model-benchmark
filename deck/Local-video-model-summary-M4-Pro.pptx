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 = (129.520 + 131.420 + 135.716) / 3 = 132.2187 s (seeds 42–44, AC power). Peak process phys_footprint 14.632 GiB (first load, with the Gemma text encoder). Correct 9/9 on seeds 42–50. The text-only version of the same model was 3/3 on seeds 42–44 but 8/9 over seeds 42–50. Sources: /Users/dyn/AI/video-model-comparison-2026-10-29/round3/ltx23-mlx-keyframes and /Users/dyn/AI/video-model-comparison-2026-10-29/comparison-results.json.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42: 129.520 s, correct.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43: 131.420 s, correct. Reviewed observation: One round red ball rolls steadily from the left (x 0.19) to the right (x 0.91) across the anchored scene; ball present in all 49 frames, never moves backwards.</a:t>
            </a:r>
          </a:p>
          <a:p>
            <a:r>
              <a:t>Seed 44: 135.716 s, correct. Reviewed observation: One round red ball rolls steadily from the left (x 0.19) to the right (x 0.91) across the anchored scene; ball present in all 49 frames, never moves backwards.</a:t>
            </a:r>
          </a:p>
          <a:p/>
          <a:p>
            <a:r>
              <a:t>Pipeline: DistilledPipeline, 8 steps at 384×256, 2× spatial latent upscale, 3 steps at 768×512, low-RAM streaming, audio off. Anchors: /Users/dyn/AI/video-model-comparison-2026-10-29/round3/ltx23-mlx-keyframes/anchors.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768x512x49: peak 14.576 GiB, while making the 2nd video 5.846 GiB, warm swap Δ -0.80 GiB, cold 142.5 s, warm 130.5 s, correct 2/2.</a:t>
            </a:r>
          </a:p>
          <a:p>
            <a:r>
              <a:t>960x640x49: peak 14.582 GiB, while making the 2nd video 5.572 GiB, warm swap Δ -0.57 GiB, cold 214.9 s, warm 209.6 s, correct 2/2.</a:t>
            </a:r>
          </a:p>
          <a:p>
            <a:r>
              <a:t>1152x768x49: peak 14.573 GiB, while making the 2nd video 5.643 GiB, warm swap Δ -0.55 GiB, cold 314.0 s, warm 302.5 s, correct 2/2.</a:t>
            </a:r>
          </a:p>
          <a:p>
            <a:r>
              <a:t>1344x896x49: peak 14.611 GiB, while making the 2nd video 6.957 GiB, warm swap Δ -0.75 GiB, cold 436.3 s, warm 427.4 s, correct 1/2.</a:t>
            </a:r>
          </a:p>
          <a:p>
            <a:r>
              <a:t>1536x1024x49: peak 14.575 GiB, while making the 2nd video 8.656 GiB, warm swap Δ -0.45 GiB, cold 598.6 s, warm 596.5 s, correct 2/2.</a:t>
            </a:r>
          </a:p>
          <a:p>
            <a:r>
              <a:t>768x512x97: peak 14.592 GiB, while making the 2nd video 9.894 GiB, warm swap Δ -0.27 GiB, cold 244.8 s, warm 237.9 s, correct 0/2.</a:t>
            </a:r>
          </a:p>
          <a:p>
            <a:r>
              <a:t>768x512x121: peak 14.607 GiB, while making the 2nd video 7.984 GiB, warm swap Δ -0.10 GiB, cold 300.1 s, warm 288.1 s, correct 1/2.</a:t>
            </a:r>
          </a:p>
          <a:p>
            <a:r>
              <a:t>768x512x145: peak 14.564 GiB, while making the 2nd video 9.262 GiB, warm swap Δ -0.73 GiB, cold 366.0 s, warm 376.8 s, correct 1/2.</a:t>
            </a:r>
          </a:p>
          <a:p>
            <a:r>
              <a:t>1536x1024x97: peak 14.596 GiB, while making the 2nd video 13.739 GiB, warm swap Δ 1.15 GiB, cold 1228.7 s, warm 1199.5 s, correct 0/2.</a:t>
            </a:r>
          </a:p>
          <a:p/>
          <a:p>
            <a:r>
              <a:t>Sources: /Users/dyn/AI/video-model-comparison-2026-10-29/round4/ltx23-mlx-ladder (ladder-results.json, visual-task-results.json, visual-assessment.md).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One setup made every video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Red-ball prompt  ·  tested on a MacBook Pro M4 Pro, 24 GB  ·  target: Mac mini M5 Pro, 24 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74551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1143000"/>
                <a:gridCol w="1554480"/>
                <a:gridCol w="1874519"/>
                <a:gridCol w="1051560"/>
                <a:gridCol w="1188720"/>
                <a:gridCol w="15361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Weights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 performance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TTFT (ms)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Correct videos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52B3C"/>
                          </a:solidFill>
                          <a:latin typeface="Calibri"/>
                        </a:rPr>
                        <a:t>LTX-2.3 distilled + keyframes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MLX 4-bit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768×512, 2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132.22 s/clip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B87"/>
                          </a:solidFill>
                          <a:latin typeface="Calibri"/>
                        </a:rPr>
                        <a:t>9 of 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07B87"/>
                </a:solidFill>
                <a:latin typeface="Calibri"/>
              </a:rPr>
              <a:t>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videos correct: every seed tested (42–50)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14.6 GiB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peak memory; fits a 24 GB Mac (macOS GPU limit 17.8 GiB)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2880360"/>
            <a:ext cx="3557016" cy="155448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2990088"/>
            <a:ext cx="3099816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2B3C"/>
                </a:solidFill>
                <a:latin typeface="Calibri"/>
              </a:rPr>
              <a:t>132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3703320"/>
            <a:ext cx="3099816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to make one 2-second video on this M4 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7455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B3C"/>
                </a:solidFill>
                <a:latin typeface="Calibri"/>
              </a:rPr>
              <a:t>Out of </a:t>
            </a:r>
            <a:r>
              <a:rPr sz="1600" b="1" i="0">
                <a:solidFill>
                  <a:srgbClr val="152B3C"/>
                </a:solidFill>
                <a:latin typeface="Calibri"/>
              </a:rPr>
              <a:t>8 setups tested across 5 models</a:t>
            </a:r>
            <a:r>
              <a:rPr sz="1600" b="0" i="0">
                <a:solidFill>
                  <a:srgbClr val="152B3C"/>
                </a:solidFill>
                <a:latin typeface="Calibri"/>
              </a:rPr>
              <a:t>, this is the only one that was correct on every seed tested.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74552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¹ Memory = peak process memory (Activity Monitor’s figure, GPU buffers included). TTFT (time to first token) applies to language models, not video, so it is “—”.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Seed = the random start number: the same prompt with a different seed gives a different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LTX-2.3 distilled (MLX 4-bit) + keyframes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Click a video to play it  ·  768×512, 49 frames (2 s), 25 FPS  ·  seeds 42–44 shown; seeds 45–50 were also correct</a:t>
            </a:r>
          </a:p>
        </p:txBody>
      </p:sp>
      <p:pic>
        <p:nvPicPr>
          <p:cNvPr id="4" name="ltx23mlx_kf-seed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3557016" cy="2371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42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130 s to make</a:t>
            </a:r>
          </a:p>
        </p:txBody>
      </p:sp>
      <p:pic>
        <p:nvPicPr>
          <p:cNvPr id="6" name="ltx23mlx_kf-seed43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15968" y="1325880"/>
            <a:ext cx="3557016" cy="2371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15968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43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131 s to make</a:t>
            </a:r>
          </a:p>
        </p:txBody>
      </p:sp>
      <p:pic>
        <p:nvPicPr>
          <p:cNvPr id="8" name="ltx23mlx_kf-seed44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74736" y="1325880"/>
            <a:ext cx="3557016" cy="2371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4736" y="3742943"/>
            <a:ext cx="3557016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B3C"/>
                </a:solidFill>
                <a:latin typeface="Calibri"/>
              </a:rPr>
              <a:t>Seed 44</a:t>
            </a:r>
            <a:r>
              <a:rPr sz="1400" b="1" i="0">
                <a:solidFill>
                  <a:srgbClr val="007B87"/>
                </a:solidFill>
                <a:latin typeface="Calibri"/>
              </a:rPr>
              <a:t>   Correct</a:t>
            </a:r>
            <a:r>
              <a:rPr sz="1400" b="0" i="0">
                <a:solidFill>
                  <a:srgbClr val="536A80"/>
                </a:solidFill>
                <a:latin typeface="Calibri"/>
              </a:rPr>
              <a:t>   ·   136 s to make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What the name 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44568"/>
            <a:ext cx="3191256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LTX-2.3 distilled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Lightricks’ open video model. “Distilled” means it was trained to need few steps: 8 at half size, then a 2× upscale and 3 more.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D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544568"/>
            <a:ext cx="3191256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MLX 4-bit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52B3C"/>
                </a:solidFill>
                <a:latin typeface="Calibri"/>
              </a:rPr>
              <a:t>Runs on Apple’s MLX framework. The weights are stored in 4 bits, so the model and its text encoder fit a 24 GB Mac (peak 14.6 GiB).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4453128"/>
            <a:ext cx="3557016" cy="164592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4544568"/>
            <a:ext cx="319125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B3C"/>
                </a:solidFill>
                <a:latin typeface="Calibri"/>
              </a:rPr>
              <a:t>+ keyframes</a:t>
            </a:r>
          </a:p>
        </p:txBody>
      </p:sp>
      <p:pic>
        <p:nvPicPr>
          <p:cNvPr id="17" name="Picture 16" descr="start-ball-lef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615" y="4937760"/>
            <a:ext cx="109728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66175" y="5687568"/>
            <a:ext cx="1280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frame 1: fixed</a:t>
            </a:r>
          </a:p>
        </p:txBody>
      </p:sp>
      <p:pic>
        <p:nvPicPr>
          <p:cNvPr id="19" name="Picture 18" descr="end-ball-righ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1592" y="4937760"/>
            <a:ext cx="109728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60152" y="5687568"/>
            <a:ext cx="12801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frame 49: guided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5" y="4937760"/>
            <a:ext cx="996696" cy="731519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52B3C"/>
                </a:solidFill>
                <a:latin typeface="Calibri"/>
              </a:rPr>
              <a:t>→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the model makes the 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Keyframe stills = frames 16 and 49 of one of the model’s own correct videos (seed 47, made without keyframes), so every video shows the same table and start and end positions.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52B3C"/>
                </a:solidFill>
                <a:latin typeface="Calibri"/>
              </a:rPr>
              <a:t>How big can it go on 24 GB?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36A80"/>
                </a:solidFill>
                <a:latin typeface="Calibri"/>
              </a:rPr>
              <a:t>LTX-2.3 + keyframes at larger sizes and longer clips  ·  2 seeds per size (42, 43)  ·  AC power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011680"/>
                <a:gridCol w="1920240"/>
                <a:gridCol w="2514600"/>
                <a:gridCol w="1463040"/>
                <a:gridCol w="126187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Frames (length)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Peak memory GiB¹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Memory while making a video (GiB)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Time per video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152B3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131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3F2F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960×640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210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1152×768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302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1344×896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427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1536×1024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49  (2.0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597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7B87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97  (3.9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238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121  (4.8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288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768×512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145  (5.8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377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EDF3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52B3C"/>
                          </a:solidFill>
                          <a:latin typeface="Calibri"/>
                        </a:rPr>
                        <a:t>1536×1024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97  (3.9 s)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52B3C"/>
                          </a:solidFill>
                          <a:latin typeface="Calibri"/>
                        </a:rPr>
                        <a:t>1,199 s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0 of 2</a:t>
                      </a:r>
                    </a:p>
                  </a:txBody>
                  <a:tcPr marL="91440" marR="91440" marT="36576" marB="36576" anchor="ctr">
                    <a:lnL w="5715">
                      <a:solidFill>
                        <a:srgbClr val="DCE5EB"/>
                      </a:solidFill>
                    </a:lnL>
                    <a:lnR w="5715">
                      <a:solidFill>
                        <a:srgbClr val="DCE5EB"/>
                      </a:solidFill>
                    </a:lnR>
                    <a:lnT w="5715">
                      <a:solidFill>
                        <a:srgbClr val="DCE5EB"/>
                      </a:solidFill>
                    </a:lnT>
                    <a:lnB w="5715">
                      <a:solidFill>
                        <a:srgbClr val="DC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18000"/>
            </a:avLst>
          </a:prstGeom>
          <a:solidFill>
            <a:srgbClr val="E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B3C"/>
                </a:solidFill>
                <a:latin typeface="Calibri"/>
              </a:rPr>
              <a:t>Every size fits: 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peak 14.6 GiB, under the 17.8 GiB macOS GPU limit.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7B87"/>
                </a:solidFill>
                <a:latin typeface="Calibri"/>
              </a:rPr>
              <a:t>2-second clips work up to 1536×1024 (9 of 10 correct)</a:t>
            </a:r>
            <a:r>
              <a:rPr sz="1500" b="0" i="0">
                <a:solidFill>
                  <a:srgbClr val="152B3C"/>
                </a:solidFill>
                <a:latin typeface="Calibri"/>
              </a:rPr>
              <a:t>; longer clips fail (2 of 8 correct).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36A80"/>
                </a:solidFill>
                <a:latin typeface="Calibri"/>
              </a:rPr>
              <a:t>¹ Highest process memory, GPU buffers included. It comes from loading the text encoder at start-up, so it is the same for every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36A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LTX-2.3 + keyframes: the local video setup that was correct on every seed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